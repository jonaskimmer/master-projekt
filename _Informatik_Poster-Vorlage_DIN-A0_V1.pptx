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sldIdLst>
    <p:sldId id="258" r:id="rId2"/>
    <p:sldId id="263" r:id="rId3"/>
    <p:sldId id="261" r:id="rId4"/>
    <p:sldId id="265" r:id="rId5"/>
    <p:sldId id="262" r:id="rId6"/>
    <p:sldId id="264" r:id="rId7"/>
  </p:sldIdLst>
  <p:sldSz cx="30492700" cy="43019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C31"/>
    <a:srgbClr val="1F2D32"/>
    <a:srgbClr val="21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6"/>
    <p:restoredTop sz="94694"/>
  </p:normalViewPr>
  <p:slideViewPr>
    <p:cSldViewPr snapToGrid="0">
      <p:cViewPr>
        <p:scale>
          <a:sx n="54" d="100"/>
          <a:sy n="54" d="100"/>
        </p:scale>
        <p:origin x="1376" y="-2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line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  <a:p>
            <a:pPr>
              <a:lnSpc>
                <a:spcPts val="3375"/>
              </a:lnSpc>
            </a:pPr>
            <a:br>
              <a:rPr lang="de-DE" dirty="0">
                <a:effectLst/>
                <a:latin typeface="Barlow" pitchFamily="2" charset="77"/>
              </a:rPr>
            </a:b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7200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121BA24C-EAA1-D15F-2378-EA88BE41A4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7200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63A72105-6949-4D3C-9F1C-3DC656B7C9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232305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A539C70B-978F-B421-555A-571659146E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60033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D6DD2547-CCB3-CDFC-D75C-8FA0A0FEFE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232305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4" name="Bildplatzhalter 10">
            <a:extLst>
              <a:ext uri="{FF2B5EF4-FFF2-40B4-BE49-F238E27FC236}">
                <a16:creationId xmlns:a16="http://schemas.microsoft.com/office/drawing/2014/main" id="{E5D0F8A4-80E6-D1F8-6204-FDECD3B90C6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87758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5" name="Bildplatzhalter 10">
            <a:extLst>
              <a:ext uri="{FF2B5EF4-FFF2-40B4-BE49-F238E27FC236}">
                <a16:creationId xmlns:a16="http://schemas.microsoft.com/office/drawing/2014/main" id="{9A0AA88C-B5F6-770F-5DAF-96D162796E5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60033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6" name="Bildplatzhalter 10">
            <a:extLst>
              <a:ext uri="{FF2B5EF4-FFF2-40B4-BE49-F238E27FC236}">
                <a16:creationId xmlns:a16="http://schemas.microsoft.com/office/drawing/2014/main" id="{92809CED-02AE-9F42-578F-B519F6AF012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0232305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6" name="Bildplatzhalter 10">
            <a:extLst>
              <a:ext uri="{FF2B5EF4-FFF2-40B4-BE49-F238E27FC236}">
                <a16:creationId xmlns:a16="http://schemas.microsoft.com/office/drawing/2014/main" id="{F24D0617-6D06-BDE1-1C1A-F482589AE35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232305" y="2051293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2698876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0512939"/>
            <a:ext cx="18745702" cy="1251815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3375"/>
              </a:lnSpc>
              <a:spcBef>
                <a:spcPts val="0"/>
              </a:spcBef>
              <a:buNone/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6"/>
            <a:ext cx="6758386" cy="2640813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376742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770606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5519" y="27988503"/>
            <a:ext cx="16188141" cy="3799066"/>
          </a:xfrm>
          <a:solidFill>
            <a:schemeClr val="bg1"/>
          </a:solidFill>
        </p:spPr>
        <p:txBody>
          <a:bodyPr lIns="540000" rIns="540000" bIns="360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5000" b="1" i="0">
                <a:solidFill>
                  <a:srgbClr val="202C31"/>
                </a:solidFill>
                <a:latin typeface="Barlow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Ihr Projekt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6359227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B37FBE-4D6F-9BD5-117E-62052F63119B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</p:spTree>
    <p:extLst>
      <p:ext uri="{BB962C8B-B14F-4D97-AF65-F5344CB8AC3E}">
        <p14:creationId xmlns:p14="http://schemas.microsoft.com/office/powerpoint/2010/main" val="3992373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>
          <p15:clr>
            <a:srgbClr val="FBAE40"/>
          </p15:clr>
        </p15:guide>
        <p15:guide id="2" pos="67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6:9 Bild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  <a:p>
            <a:pPr>
              <a:lnSpc>
                <a:spcPts val="3375"/>
              </a:lnSpc>
            </a:pPr>
            <a:br>
              <a:rPr lang="de-DE" dirty="0">
                <a:effectLst/>
                <a:latin typeface="Barlow" pitchFamily="2" charset="77"/>
              </a:rPr>
            </a:b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5448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6670632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17758778"/>
            <a:ext cx="9173429" cy="15597612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3370065"/>
            <a:ext cx="18745702" cy="9986325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6"/>
            <a:ext cx="6758386" cy="2526513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411033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804897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4510012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9213718D-9EBE-75DE-A8BE-FD339C41FDE9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175518" y="26191597"/>
            <a:ext cx="16969030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18" name="Inhaltsplatzhalter 16">
            <a:extLst>
              <a:ext uri="{FF2B5EF4-FFF2-40B4-BE49-F238E27FC236}">
                <a16:creationId xmlns:a16="http://schemas.microsoft.com/office/drawing/2014/main" id="{BBADA07D-F946-173A-5D74-8DBABF4151A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5518" y="29461160"/>
            <a:ext cx="24587522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93587" y="26179871"/>
            <a:ext cx="24587522" cy="5895707"/>
          </a:xfr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8000" b="1" i="0" u="none" baseline="0">
                <a:ln>
                  <a:noFill/>
                </a:ln>
                <a:solidFill>
                  <a:srgbClr val="202C31"/>
                </a:solidFill>
                <a:uFill>
                  <a:solidFill>
                    <a:srgbClr val="FF0000"/>
                  </a:solidFill>
                </a:uFill>
                <a:latin typeface="Barlow ExtraBold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Anordnung </a:t>
            </a:r>
            <a:r>
              <a:rPr lang="de-DE" dirty="0" err="1"/>
              <a:t>Bsp</a:t>
            </a:r>
            <a:endParaRPr lang="de-DE" dirty="0"/>
          </a:p>
          <a:p>
            <a:pPr lvl="0"/>
            <a:r>
              <a:rPr lang="de-DE" dirty="0"/>
              <a:t>Mit 16:9 Format Bildern</a:t>
            </a:r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D8B3562A-1AD2-C569-2EFA-275430154D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87759" y="12227130"/>
            <a:ext cx="18745702" cy="10724221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7F798A80-AE0F-522E-BDA1-46F451DFB45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660032" y="1085448"/>
            <a:ext cx="18745702" cy="10722969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6F5447-C85B-04FE-0ECA-F82B5FFD8871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4B0B13BE-F3FF-9F6B-9957-3AED6582D25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0231512" y="12227130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9957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>
          <p15:clr>
            <a:srgbClr val="FBAE40"/>
          </p15:clr>
        </p15:guide>
        <p15:guide id="2" pos="67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5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121BA24C-EAA1-D15F-2378-EA88BE41A4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63A72105-6949-4D3C-9F1C-3DC656B7C9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232305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A539C70B-978F-B421-555A-571659146E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60033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D6DD2547-CCB3-CDFC-D75C-8FA0A0FEFE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232305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4" name="Bildplatzhalter 10">
            <a:extLst>
              <a:ext uri="{FF2B5EF4-FFF2-40B4-BE49-F238E27FC236}">
                <a16:creationId xmlns:a16="http://schemas.microsoft.com/office/drawing/2014/main" id="{E5D0F8A4-80E6-D1F8-6204-FDECD3B90C6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87758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5" name="Bildplatzhalter 10">
            <a:extLst>
              <a:ext uri="{FF2B5EF4-FFF2-40B4-BE49-F238E27FC236}">
                <a16:creationId xmlns:a16="http://schemas.microsoft.com/office/drawing/2014/main" id="{9A0AA88C-B5F6-770F-5DAF-96D162796E5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60033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6" name="Bildplatzhalter 10">
            <a:extLst>
              <a:ext uri="{FF2B5EF4-FFF2-40B4-BE49-F238E27FC236}">
                <a16:creationId xmlns:a16="http://schemas.microsoft.com/office/drawing/2014/main" id="{92809CED-02AE-9F42-578F-B519F6AF012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0232305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20512939"/>
            <a:ext cx="9173429" cy="12590517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0512938"/>
            <a:ext cx="18745702" cy="12590517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3375"/>
              </a:lnSpc>
              <a:spcBef>
                <a:spcPts val="0"/>
              </a:spcBef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7"/>
            <a:ext cx="6758386" cy="2438964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244284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638148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4241077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9213718D-9EBE-75DE-A8BE-FD339C41FDE9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175518" y="25922662"/>
            <a:ext cx="18745703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18" name="Inhaltsplatzhalter 16">
            <a:extLst>
              <a:ext uri="{FF2B5EF4-FFF2-40B4-BE49-F238E27FC236}">
                <a16:creationId xmlns:a16="http://schemas.microsoft.com/office/drawing/2014/main" id="{BBADA07D-F946-173A-5D74-8DBABF4151A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5519" y="29192225"/>
            <a:ext cx="21677573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93587" y="25910936"/>
            <a:ext cx="24587522" cy="5895707"/>
          </a:xfr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8000" b="1" i="0" u="none" baseline="0">
                <a:ln>
                  <a:noFill/>
                </a:ln>
                <a:solidFill>
                  <a:srgbClr val="202C31"/>
                </a:solidFill>
                <a:uFill>
                  <a:solidFill>
                    <a:srgbClr val="FF0000"/>
                  </a:solidFill>
                </a:uFill>
                <a:latin typeface="Barlow ExtraBold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Projekt-Headline</a:t>
            </a:r>
          </a:p>
          <a:p>
            <a:pPr lvl="0"/>
            <a:r>
              <a:rPr lang="de-DE" dirty="0"/>
              <a:t>mit zwei Zeilen Text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E9216D5-CF31-4724-A88B-F7E98213F2CA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</p:spTree>
    <p:extLst>
      <p:ext uri="{BB962C8B-B14F-4D97-AF65-F5344CB8AC3E}">
        <p14:creationId xmlns:p14="http://schemas.microsoft.com/office/powerpoint/2010/main" val="64542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 userDrawn="1">
          <p15:clr>
            <a:srgbClr val="FBAE40"/>
          </p15:clr>
        </p15:guide>
        <p15:guide id="2" pos="67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6373" y="2290408"/>
            <a:ext cx="26299954" cy="8315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6373" y="11451994"/>
            <a:ext cx="26299954" cy="2729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46FFDE-4EBA-3FF6-FD7E-6289064A7EC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3581894" y="40138797"/>
            <a:ext cx="6321525" cy="254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0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62" r:id="rId3"/>
  </p:sldLayoutIdLst>
  <p:txStyles>
    <p:titleStyle>
      <a:lvl1pPr algn="l" defTabSz="3049250" rtl="0" eaLnBrk="1" latinLnBrk="0" hangingPunct="1">
        <a:lnSpc>
          <a:spcPct val="90000"/>
        </a:lnSpc>
        <a:spcBef>
          <a:spcPct val="0"/>
        </a:spcBef>
        <a:buNone/>
        <a:defRPr sz="14673" b="1" i="0" kern="1200">
          <a:solidFill>
            <a:schemeClr val="tx1"/>
          </a:solidFill>
          <a:latin typeface="Barlow" pitchFamily="2" charset="77"/>
          <a:ea typeface="+mj-ea"/>
          <a:cs typeface="+mj-cs"/>
        </a:defRPr>
      </a:lvl1pPr>
    </p:titleStyle>
    <p:bodyStyle>
      <a:lvl1pPr marL="0" indent="0" algn="l" defTabSz="304925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1524625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3049250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4573875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6098500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8385437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6pPr>
      <a:lvl7pPr marL="9910061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7pPr>
      <a:lvl8pPr marL="11434686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8pPr>
      <a:lvl9pPr marL="12959311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1pPr>
      <a:lvl2pPr marL="1524625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2pPr>
      <a:lvl3pPr marL="3049250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3pPr>
      <a:lvl4pPr marL="4573875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4pPr>
      <a:lvl5pPr marL="609849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5pPr>
      <a:lvl6pPr marL="7623124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6pPr>
      <a:lvl7pPr marL="914774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7pPr>
      <a:lvl8pPr marL="10672374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8pPr>
      <a:lvl9pPr marL="1219699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Untertitel 15">
            <a:extLst>
              <a:ext uri="{FF2B5EF4-FFF2-40B4-BE49-F238E27FC236}">
                <a16:creationId xmlns:a16="http://schemas.microsoft.com/office/drawing/2014/main" id="{10AF8D49-1819-3F89-A6F9-72ADE2427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518" y="34191597"/>
            <a:ext cx="17657944" cy="5225755"/>
          </a:xfrm>
        </p:spPr>
        <p:txBody>
          <a:bodyPr/>
          <a:lstStyle/>
          <a:p>
            <a:r>
              <a:rPr lang="de-DE" dirty="0"/>
              <a:t>Ca. 500 Zeichen Kurzbeschreibung Ihres Projekts.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</a:t>
            </a:r>
            <a:endParaRPr lang="de-DE" dirty="0"/>
          </a:p>
        </p:txBody>
      </p:sp>
      <p:sp>
        <p:nvSpPr>
          <p:cNvPr id="189" name="Bildplatzhalter 188">
            <a:extLst>
              <a:ext uri="{FF2B5EF4-FFF2-40B4-BE49-F238E27FC236}">
                <a16:creationId xmlns:a16="http://schemas.microsoft.com/office/drawing/2014/main" id="{1610561B-E685-7275-7D67-4FFB6E2DE58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0" name="Bildplatzhalter 189">
            <a:extLst>
              <a:ext uri="{FF2B5EF4-FFF2-40B4-BE49-F238E27FC236}">
                <a16:creationId xmlns:a16="http://schemas.microsoft.com/office/drawing/2014/main" id="{02FA7857-D4F8-04F8-D300-7AA74BAEF8E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1" name="Bildplatzhalter 190">
            <a:extLst>
              <a:ext uri="{FF2B5EF4-FFF2-40B4-BE49-F238E27FC236}">
                <a16:creationId xmlns:a16="http://schemas.microsoft.com/office/drawing/2014/main" id="{F09ACD2C-9E32-FB61-7CC8-52B15331F69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2" name="Bildplatzhalter 191">
            <a:extLst>
              <a:ext uri="{FF2B5EF4-FFF2-40B4-BE49-F238E27FC236}">
                <a16:creationId xmlns:a16="http://schemas.microsoft.com/office/drawing/2014/main" id="{E903A964-2DB6-CD11-FAFA-4CAFAE3C8A2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3" name="Bildplatzhalter 192">
            <a:extLst>
              <a:ext uri="{FF2B5EF4-FFF2-40B4-BE49-F238E27FC236}">
                <a16:creationId xmlns:a16="http://schemas.microsoft.com/office/drawing/2014/main" id="{AB7D387A-3251-6640-44DD-AF735413382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4" name="Bildplatzhalter 193">
            <a:extLst>
              <a:ext uri="{FF2B5EF4-FFF2-40B4-BE49-F238E27FC236}">
                <a16:creationId xmlns:a16="http://schemas.microsoft.com/office/drawing/2014/main" id="{DE6DA2F2-EC9A-5D26-C4EF-6E0276DC6D9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5" name="Bildplatzhalter 194">
            <a:extLst>
              <a:ext uri="{FF2B5EF4-FFF2-40B4-BE49-F238E27FC236}">
                <a16:creationId xmlns:a16="http://schemas.microsoft.com/office/drawing/2014/main" id="{3448F8FA-1BA3-7A3D-C048-574E75D173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6" name="Bildplatzhalter 195">
            <a:extLst>
              <a:ext uri="{FF2B5EF4-FFF2-40B4-BE49-F238E27FC236}">
                <a16:creationId xmlns:a16="http://schemas.microsoft.com/office/drawing/2014/main" id="{2B120D6B-80E6-0A2E-ADF9-B6B1ADEB021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7" name="Bildplatzhalter 196">
            <a:extLst>
              <a:ext uri="{FF2B5EF4-FFF2-40B4-BE49-F238E27FC236}">
                <a16:creationId xmlns:a16="http://schemas.microsoft.com/office/drawing/2014/main" id="{0147EB29-307A-F25F-658F-1CD6D7FDF51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8" name="Bildplatzhalter 197">
            <a:extLst>
              <a:ext uri="{FF2B5EF4-FFF2-40B4-BE49-F238E27FC236}">
                <a16:creationId xmlns:a16="http://schemas.microsoft.com/office/drawing/2014/main" id="{B8CA1B67-409D-B6FB-E5B2-FC020D37D7F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9" name="Bildplatzhalter 198">
            <a:extLst>
              <a:ext uri="{FF2B5EF4-FFF2-40B4-BE49-F238E27FC236}">
                <a16:creationId xmlns:a16="http://schemas.microsoft.com/office/drawing/2014/main" id="{F241364F-5AB8-9548-564D-1E3499A2531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00" name="Bildplatzhalter 199">
            <a:extLst>
              <a:ext uri="{FF2B5EF4-FFF2-40B4-BE49-F238E27FC236}">
                <a16:creationId xmlns:a16="http://schemas.microsoft.com/office/drawing/2014/main" id="{83C8B4D4-0F8C-5F21-D081-7B918724176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71457492-06FE-C3CE-42B3-DD527F1231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75517" y="40445230"/>
            <a:ext cx="17657944" cy="142159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de-DE" dirty="0"/>
              <a:t>Vorname Nachname, Vorname Nachname, Vorname Nachname</a:t>
            </a:r>
          </a:p>
          <a:p>
            <a:pPr>
              <a:lnSpc>
                <a:spcPct val="120000"/>
              </a:lnSpc>
            </a:pPr>
            <a:r>
              <a:rPr lang="de-DE" dirty="0"/>
              <a:t>Hochschule RheinMain  //  Studiengang Medieninformatik  //  5. Semester  //  Wintersemester 24/25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F0EDE3C3-2096-6265-5FA6-BE45C7D500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647059" y="34112825"/>
            <a:ext cx="6758386" cy="393863"/>
          </a:xfrm>
        </p:spPr>
        <p:txBody>
          <a:bodyPr/>
          <a:lstStyle/>
          <a:p>
            <a:r>
              <a:rPr lang="de-DE" dirty="0"/>
              <a:t>Projekt-Rahmen (optional)</a:t>
            </a:r>
          </a:p>
        </p:txBody>
      </p:sp>
      <p:sp>
        <p:nvSpPr>
          <p:cNvPr id="60" name="Textplatzhalter 59">
            <a:extLst>
              <a:ext uri="{FF2B5EF4-FFF2-40B4-BE49-F238E27FC236}">
                <a16:creationId xmlns:a16="http://schemas.microsoft.com/office/drawing/2014/main" id="{EE681113-94C6-A232-4486-9D67926801D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647059" y="34506687"/>
            <a:ext cx="6758386" cy="2245048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9FA866B-F9BF-FBE4-82A1-DE7AB7EEFE4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647059" y="37062417"/>
            <a:ext cx="6758386" cy="393863"/>
          </a:xfrm>
        </p:spPr>
        <p:txBody>
          <a:bodyPr/>
          <a:lstStyle/>
          <a:p>
            <a:r>
              <a:rPr lang="de-DE" dirty="0"/>
              <a:t>Betreuung (optional)</a:t>
            </a:r>
          </a:p>
        </p:txBody>
      </p:sp>
      <p:sp>
        <p:nvSpPr>
          <p:cNvPr id="62" name="Textplatzhalter 61">
            <a:extLst>
              <a:ext uri="{FF2B5EF4-FFF2-40B4-BE49-F238E27FC236}">
                <a16:creationId xmlns:a16="http://schemas.microsoft.com/office/drawing/2014/main" id="{424BF29D-A7B6-DB1F-D96D-B2CEF10E204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647059" y="37456281"/>
            <a:ext cx="6758386" cy="573321"/>
          </a:xfrm>
        </p:spPr>
        <p:txBody>
          <a:bodyPr/>
          <a:lstStyle/>
          <a:p>
            <a:r>
              <a:rPr lang="de-DE" dirty="0"/>
              <a:t>Prof. Dr. Vorname Nachname / HSRM Name Studiengang</a:t>
            </a:r>
          </a:p>
        </p:txBody>
      </p:sp>
      <p:sp>
        <p:nvSpPr>
          <p:cNvPr id="81" name="Textplatzhalter 80">
            <a:extLst>
              <a:ext uri="{FF2B5EF4-FFF2-40B4-BE49-F238E27FC236}">
                <a16:creationId xmlns:a16="http://schemas.microsoft.com/office/drawing/2014/main" id="{C71C0079-C8FC-D859-FEC4-2CB115A3593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175519" y="27988503"/>
            <a:ext cx="16188141" cy="3799066"/>
          </a:xfrm>
        </p:spPr>
        <p:txBody>
          <a:bodyPr/>
          <a:lstStyle/>
          <a:p>
            <a:r>
              <a:rPr lang="de-DE" dirty="0"/>
              <a:t>Ihr Projekt</a:t>
            </a:r>
          </a:p>
        </p:txBody>
      </p:sp>
      <p:sp>
        <p:nvSpPr>
          <p:cNvPr id="201" name="Textplatzhalter 200">
            <a:extLst>
              <a:ext uri="{FF2B5EF4-FFF2-40B4-BE49-F238E27FC236}">
                <a16:creationId xmlns:a16="http://schemas.microsoft.com/office/drawing/2014/main" id="{85CA93FD-46C2-4999-5DEA-0B7FEC2EA74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/>
              <a:t>Name Lehrveranstaltung</a:t>
            </a:r>
          </a:p>
        </p:txBody>
      </p:sp>
    </p:spTree>
    <p:extLst>
      <p:ext uri="{BB962C8B-B14F-4D97-AF65-F5344CB8AC3E}">
        <p14:creationId xmlns:p14="http://schemas.microsoft.com/office/powerpoint/2010/main" val="226961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ildplatzhalter 52">
            <a:extLst>
              <a:ext uri="{FF2B5EF4-FFF2-40B4-BE49-F238E27FC236}">
                <a16:creationId xmlns:a16="http://schemas.microsoft.com/office/drawing/2014/main" id="{956F7413-E8E6-4733-E236-847BA12D021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14037108"/>
            <a:ext cx="18745702" cy="19066348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" name="Untertitel 18">
            <a:extLst>
              <a:ext uri="{FF2B5EF4-FFF2-40B4-BE49-F238E27FC236}">
                <a16:creationId xmlns:a16="http://schemas.microsoft.com/office/drawing/2014/main" id="{FFB439B4-8646-C478-C976-CBE3CD7E7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Ca. 500 Zeichen Kurzbeschreibung Ihres Projekts.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</a:t>
            </a:r>
            <a:endParaRPr lang="de-DE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1302DB4C-808A-A06D-B2A6-E78DDFBA4A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2B65E24F-37E8-1DD6-294D-4A385BC6954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5448"/>
            <a:ext cx="18744909" cy="12504259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68D8D992-5202-A99F-B2EE-38E11F62C6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5B839518-EB68-5E02-EE91-C13263C0614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C2774E45-F3C0-BCD1-0FEF-CE3DF553A5B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8CB7194A-662C-7FBB-C720-064D85E59E7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de-DE" dirty="0"/>
              <a:t>Vorname Nachname, Vorname Nachname, Vorname Nachname</a:t>
            </a:r>
          </a:p>
          <a:p>
            <a:pPr>
              <a:lnSpc>
                <a:spcPct val="120000"/>
              </a:lnSpc>
            </a:pPr>
            <a:r>
              <a:rPr lang="de-DE" dirty="0"/>
              <a:t>Hochschule RheinMain  //  Studiengang Medieninformatik  //  5. Semester  //  Wintersemester 24/25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73605C75-0F10-F80E-29B5-F7DCF266D0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977F0AA3-48DF-22CD-DFC7-6965C374F2C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F0160F4B-2328-7AB1-D652-F4772B457E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F1BA13AA-1B92-1356-3A40-3C7B71D56D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E7520816-FE56-ABC6-58B7-FD135976471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75518" y="24241077"/>
            <a:ext cx="9963473" cy="1266355"/>
          </a:xfrm>
        </p:spPr>
        <p:txBody>
          <a:bodyPr/>
          <a:lstStyle/>
          <a:p>
            <a:r>
              <a:rPr lang="de-DE" dirty="0"/>
              <a:t>Modultitel oder Projekttyp</a:t>
            </a:r>
          </a:p>
        </p:txBody>
      </p:sp>
      <p:sp>
        <p:nvSpPr>
          <p:cNvPr id="38" name="Inhaltsplatzhalter 37">
            <a:extLst>
              <a:ext uri="{FF2B5EF4-FFF2-40B4-BE49-F238E27FC236}">
                <a16:creationId xmlns:a16="http://schemas.microsoft.com/office/drawing/2014/main" id="{A7427295-5F80-8ADB-4357-1F26736B71A0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9" name="Inhaltsplatzhalter 38">
            <a:extLst>
              <a:ext uri="{FF2B5EF4-FFF2-40B4-BE49-F238E27FC236}">
                <a16:creationId xmlns:a16="http://schemas.microsoft.com/office/drawing/2014/main" id="{C783FC12-5C38-F5DE-30C6-5C88249D91A7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25E60431-FFD3-B3FC-3E74-5B35868936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lvl="0"/>
            <a:r>
              <a:rPr lang="de-DE" dirty="0"/>
              <a:t>Projekt-Headline</a:t>
            </a:r>
          </a:p>
          <a:p>
            <a:pPr lvl="0"/>
            <a:r>
              <a:rPr lang="de-DE" dirty="0"/>
              <a:t>mit zwei Zeilen Text</a:t>
            </a:r>
          </a:p>
        </p:txBody>
      </p:sp>
    </p:spTree>
    <p:extLst>
      <p:ext uri="{BB962C8B-B14F-4D97-AF65-F5344CB8AC3E}">
        <p14:creationId xmlns:p14="http://schemas.microsoft.com/office/powerpoint/2010/main" val="321524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Untertitel 106">
            <a:extLst>
              <a:ext uri="{FF2B5EF4-FFF2-40B4-BE49-F238E27FC236}">
                <a16:creationId xmlns:a16="http://schemas.microsoft.com/office/drawing/2014/main" id="{8500ACA9-F813-76AD-9D34-4AD4276A6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518" y="34191597"/>
            <a:ext cx="17657944" cy="5225755"/>
          </a:xfrm>
        </p:spPr>
        <p:txBody>
          <a:bodyPr/>
          <a:lstStyle/>
          <a:p>
            <a:r>
              <a:rPr lang="de-DE" dirty="0"/>
              <a:t>Ca. 500 Zeichen Kurzbeschreibung Ihres Projekts.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</a:t>
            </a:r>
            <a:r>
              <a:rPr lang="de-DE" dirty="0"/>
              <a:t> </a:t>
            </a:r>
            <a:r>
              <a:rPr lang="de-DE" dirty="0" err="1"/>
              <a:t>Etiam</a:t>
            </a:r>
            <a:r>
              <a:rPr lang="de-DE" dirty="0"/>
              <a:t> </a:t>
            </a:r>
            <a:r>
              <a:rPr lang="de-DE" dirty="0" err="1"/>
              <a:t>ultricies</a:t>
            </a:r>
            <a:r>
              <a:rPr lang="de-DE" dirty="0"/>
              <a:t> nisi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augue</a:t>
            </a:r>
            <a:r>
              <a:rPr lang="de-DE" dirty="0"/>
              <a:t>. </a:t>
            </a:r>
            <a:r>
              <a:rPr lang="de-DE" dirty="0" err="1"/>
              <a:t>Curabitur</a:t>
            </a:r>
            <a:r>
              <a:rPr lang="de-DE" dirty="0"/>
              <a:t> </a:t>
            </a:r>
            <a:r>
              <a:rPr lang="de-DE" dirty="0" err="1"/>
              <a:t>ullamcorper</a:t>
            </a:r>
            <a:r>
              <a:rPr lang="de-DE" dirty="0"/>
              <a:t> </a:t>
            </a:r>
            <a:r>
              <a:rPr lang="de-DE" dirty="0" err="1"/>
              <a:t>ultricies</a:t>
            </a:r>
            <a:r>
              <a:rPr lang="de-DE" dirty="0"/>
              <a:t> nisi.</a:t>
            </a:r>
          </a:p>
        </p:txBody>
      </p:sp>
      <p:sp>
        <p:nvSpPr>
          <p:cNvPr id="49" name="Bildplatzhalter 48">
            <a:extLst>
              <a:ext uri="{FF2B5EF4-FFF2-40B4-BE49-F238E27FC236}">
                <a16:creationId xmlns:a16="http://schemas.microsoft.com/office/drawing/2014/main" id="{BC84DF3B-946C-B3D4-3FFD-DA16835BC5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0" name="Bildplatzhalter 49">
            <a:extLst>
              <a:ext uri="{FF2B5EF4-FFF2-40B4-BE49-F238E27FC236}">
                <a16:creationId xmlns:a16="http://schemas.microsoft.com/office/drawing/2014/main" id="{ED410EDF-D096-5CDE-EEA1-DCB87F73E7B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endParaRPr lang="de-DE" dirty="0"/>
          </a:p>
        </p:txBody>
      </p:sp>
      <p:sp>
        <p:nvSpPr>
          <p:cNvPr id="51" name="Bildplatzhalter 50">
            <a:extLst>
              <a:ext uri="{FF2B5EF4-FFF2-40B4-BE49-F238E27FC236}">
                <a16:creationId xmlns:a16="http://schemas.microsoft.com/office/drawing/2014/main" id="{E2230EEB-8FE2-0A15-7246-18A30C946B1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0232305" y="12227130"/>
            <a:ext cx="9173429" cy="513778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de-DE" sz="1600" dirty="0" err="1"/>
              <a:t>Lorem</a:t>
            </a:r>
            <a:r>
              <a:rPr lang="de-DE" sz="1600" dirty="0"/>
              <a:t> </a:t>
            </a:r>
            <a:r>
              <a:rPr lang="de-DE" sz="1600" dirty="0" err="1"/>
              <a:t>ipsum</a:t>
            </a:r>
            <a:r>
              <a:rPr lang="de-DE" sz="1600" dirty="0"/>
              <a:t> </a:t>
            </a:r>
            <a:r>
              <a:rPr lang="de-DE" sz="1600" dirty="0" err="1"/>
              <a:t>dolor</a:t>
            </a:r>
            <a:r>
              <a:rPr lang="de-DE" sz="1600" dirty="0"/>
              <a:t> </a:t>
            </a:r>
            <a:r>
              <a:rPr lang="de-DE" sz="1600" dirty="0" err="1"/>
              <a:t>sit</a:t>
            </a:r>
            <a:r>
              <a:rPr lang="de-DE" sz="1600" dirty="0"/>
              <a:t> </a:t>
            </a:r>
            <a:r>
              <a:rPr lang="de-DE" sz="1600" dirty="0" err="1"/>
              <a:t>amet</a:t>
            </a:r>
            <a:r>
              <a:rPr lang="de-DE" sz="1600" dirty="0"/>
              <a:t>, </a:t>
            </a:r>
            <a:r>
              <a:rPr lang="de-DE" sz="1600" dirty="0" err="1"/>
              <a:t>consectetuer</a:t>
            </a:r>
            <a:r>
              <a:rPr lang="de-DE" sz="1600" dirty="0"/>
              <a:t> </a:t>
            </a:r>
            <a:r>
              <a:rPr lang="de-DE" sz="1600" dirty="0" err="1"/>
              <a:t>adipiscing</a:t>
            </a:r>
            <a:r>
              <a:rPr lang="de-DE" sz="1600" dirty="0"/>
              <a:t> </a:t>
            </a:r>
            <a:r>
              <a:rPr lang="de-DE" sz="1600" dirty="0" err="1"/>
              <a:t>elit</a:t>
            </a:r>
            <a:r>
              <a:rPr lang="de-DE" sz="1600" dirty="0"/>
              <a:t>. </a:t>
            </a:r>
            <a:r>
              <a:rPr lang="de-DE" sz="1600" dirty="0" err="1"/>
              <a:t>Aenean</a:t>
            </a:r>
            <a:r>
              <a:rPr lang="de-DE" sz="1600" dirty="0"/>
              <a:t> commodo </a:t>
            </a:r>
            <a:r>
              <a:rPr lang="de-DE" sz="1600" dirty="0" err="1"/>
              <a:t>ligula</a:t>
            </a:r>
            <a:r>
              <a:rPr lang="de-DE" sz="1600" dirty="0"/>
              <a:t> </a:t>
            </a:r>
            <a:r>
              <a:rPr lang="de-DE" sz="1600" dirty="0" err="1"/>
              <a:t>eget</a:t>
            </a:r>
            <a:r>
              <a:rPr lang="de-DE" sz="1600" dirty="0"/>
              <a:t> </a:t>
            </a:r>
            <a:r>
              <a:rPr lang="de-DE" sz="1600" dirty="0" err="1"/>
              <a:t>dolor</a:t>
            </a:r>
            <a:r>
              <a:rPr lang="de-DE" sz="1600" dirty="0"/>
              <a:t>. </a:t>
            </a:r>
            <a:r>
              <a:rPr lang="de-DE" sz="1600" dirty="0" err="1"/>
              <a:t>Aenean</a:t>
            </a:r>
            <a:r>
              <a:rPr lang="de-DE" sz="1600" dirty="0"/>
              <a:t> </a:t>
            </a:r>
            <a:r>
              <a:rPr lang="de-DE" sz="1600" dirty="0" err="1"/>
              <a:t>massa</a:t>
            </a:r>
            <a:r>
              <a:rPr lang="de-DE" sz="1600" dirty="0"/>
              <a:t>. Cum </a:t>
            </a:r>
            <a:r>
              <a:rPr lang="de-DE" sz="1600" dirty="0" err="1"/>
              <a:t>sociis</a:t>
            </a:r>
            <a:r>
              <a:rPr lang="de-DE" sz="1600" dirty="0"/>
              <a:t> </a:t>
            </a:r>
            <a:r>
              <a:rPr lang="de-DE" sz="1600" dirty="0" err="1"/>
              <a:t>natoque</a:t>
            </a:r>
            <a:r>
              <a:rPr lang="de-DE" sz="1600" dirty="0"/>
              <a:t> </a:t>
            </a:r>
            <a:r>
              <a:rPr lang="de-DE" sz="1600" dirty="0" err="1"/>
              <a:t>penatibus</a:t>
            </a:r>
            <a:r>
              <a:rPr lang="de-DE" sz="1600" dirty="0"/>
              <a:t> et </a:t>
            </a:r>
            <a:r>
              <a:rPr lang="de-DE" sz="1600" dirty="0" err="1"/>
              <a:t>magnis</a:t>
            </a:r>
            <a:r>
              <a:rPr lang="de-DE" sz="1600" dirty="0"/>
              <a:t> </a:t>
            </a:r>
            <a:r>
              <a:rPr lang="de-DE" sz="1600" dirty="0" err="1"/>
              <a:t>dis</a:t>
            </a:r>
            <a:r>
              <a:rPr lang="de-DE" sz="1600" dirty="0"/>
              <a:t> </a:t>
            </a:r>
            <a:r>
              <a:rPr lang="de-DE" sz="1600" dirty="0" err="1"/>
              <a:t>parturient</a:t>
            </a:r>
            <a:r>
              <a:rPr lang="de-DE" sz="1600" dirty="0"/>
              <a:t> </a:t>
            </a:r>
            <a:r>
              <a:rPr lang="de-DE" sz="1600" dirty="0" err="1"/>
              <a:t>montes</a:t>
            </a:r>
            <a:r>
              <a:rPr lang="de-DE" sz="1600" dirty="0"/>
              <a:t>, </a:t>
            </a:r>
            <a:r>
              <a:rPr lang="de-DE" sz="1600" dirty="0" err="1"/>
              <a:t>nascetur</a:t>
            </a:r>
            <a:r>
              <a:rPr lang="de-DE" sz="1600" dirty="0"/>
              <a:t> </a:t>
            </a:r>
            <a:r>
              <a:rPr lang="de-DE" sz="1600" dirty="0" err="1"/>
              <a:t>ridiculus</a:t>
            </a:r>
            <a:r>
              <a:rPr lang="de-DE" sz="1600" dirty="0"/>
              <a:t> </a:t>
            </a:r>
            <a:r>
              <a:rPr lang="de-DE" sz="1600" dirty="0" err="1"/>
              <a:t>mus</a:t>
            </a:r>
            <a:r>
              <a:rPr lang="de-DE" sz="1600" dirty="0"/>
              <a:t>. </a:t>
            </a:r>
            <a:r>
              <a:rPr lang="de-DE" sz="1600" dirty="0" err="1"/>
              <a:t>Donec</a:t>
            </a:r>
            <a:r>
              <a:rPr lang="de-DE" sz="1600" dirty="0"/>
              <a:t> quam </a:t>
            </a:r>
            <a:r>
              <a:rPr lang="de-DE" sz="1600" dirty="0" err="1"/>
              <a:t>felis</a:t>
            </a:r>
            <a:r>
              <a:rPr lang="de-DE" sz="1600" dirty="0"/>
              <a:t>, </a:t>
            </a:r>
            <a:r>
              <a:rPr lang="de-DE" sz="1600" dirty="0" err="1"/>
              <a:t>ultricies</a:t>
            </a:r>
            <a:r>
              <a:rPr lang="de-DE" sz="1600" dirty="0"/>
              <a:t> </a:t>
            </a:r>
            <a:r>
              <a:rPr lang="de-DE" sz="1600" dirty="0" err="1"/>
              <a:t>nec</a:t>
            </a:r>
            <a:r>
              <a:rPr lang="de-DE" sz="1600" dirty="0"/>
              <a:t>, </a:t>
            </a:r>
            <a:r>
              <a:rPr lang="de-DE" sz="1600" dirty="0" err="1"/>
              <a:t>pellentesque</a:t>
            </a:r>
            <a:r>
              <a:rPr lang="de-DE" sz="1600" dirty="0"/>
              <a:t> </a:t>
            </a:r>
            <a:r>
              <a:rPr lang="de-DE" sz="1600" dirty="0" err="1"/>
              <a:t>eu</a:t>
            </a:r>
            <a:r>
              <a:rPr lang="de-DE" sz="1600" dirty="0"/>
              <a:t>, </a:t>
            </a:r>
            <a:r>
              <a:rPr lang="de-DE" sz="1600" dirty="0" err="1"/>
              <a:t>pretium</a:t>
            </a:r>
            <a:r>
              <a:rPr lang="de-DE" sz="1600" dirty="0"/>
              <a:t> </a:t>
            </a:r>
            <a:r>
              <a:rPr lang="de-DE" sz="1600" dirty="0" err="1"/>
              <a:t>quis</a:t>
            </a:r>
            <a:r>
              <a:rPr lang="de-DE" sz="1600" dirty="0"/>
              <a:t>, </a:t>
            </a:r>
            <a:r>
              <a:rPr lang="de-DE" sz="1600" dirty="0" err="1"/>
              <a:t>sem</a:t>
            </a:r>
            <a:r>
              <a:rPr lang="de-DE" sz="1600" dirty="0"/>
              <a:t>. Nulla </a:t>
            </a:r>
            <a:r>
              <a:rPr lang="de-DE" sz="1600" dirty="0" err="1"/>
              <a:t>consequat</a:t>
            </a:r>
            <a:r>
              <a:rPr lang="de-DE" sz="1600" dirty="0"/>
              <a:t> </a:t>
            </a:r>
            <a:r>
              <a:rPr lang="de-DE" sz="1600" dirty="0" err="1"/>
              <a:t>massa</a:t>
            </a:r>
            <a:r>
              <a:rPr lang="de-DE" sz="1600" dirty="0"/>
              <a:t> </a:t>
            </a:r>
            <a:r>
              <a:rPr lang="de-DE" sz="1600" dirty="0" err="1"/>
              <a:t>quis</a:t>
            </a:r>
            <a:r>
              <a:rPr lang="de-DE" sz="1600" dirty="0"/>
              <a:t> </a:t>
            </a:r>
            <a:r>
              <a:rPr lang="de-DE" sz="1600" dirty="0" err="1"/>
              <a:t>enim</a:t>
            </a:r>
            <a:r>
              <a:rPr lang="de-DE" sz="1600" dirty="0"/>
              <a:t>. </a:t>
            </a:r>
            <a:r>
              <a:rPr lang="de-DE" sz="1600" dirty="0" err="1"/>
              <a:t>Donec</a:t>
            </a:r>
            <a:r>
              <a:rPr lang="de-DE" sz="1600" dirty="0"/>
              <a:t> pede </a:t>
            </a:r>
            <a:r>
              <a:rPr lang="de-DE" sz="1600" dirty="0" err="1"/>
              <a:t>justo</a:t>
            </a:r>
            <a:r>
              <a:rPr lang="de-DE" sz="1600" dirty="0"/>
              <a:t>, </a:t>
            </a:r>
            <a:r>
              <a:rPr lang="de-DE" sz="1600" dirty="0" err="1"/>
              <a:t>fringilla</a:t>
            </a:r>
            <a:r>
              <a:rPr lang="de-DE" sz="1600" dirty="0"/>
              <a:t> </a:t>
            </a:r>
            <a:r>
              <a:rPr lang="de-DE" sz="1600" dirty="0" err="1"/>
              <a:t>vel</a:t>
            </a:r>
            <a:r>
              <a:rPr lang="de-DE" sz="1600" dirty="0"/>
              <a:t>, </a:t>
            </a:r>
            <a:r>
              <a:rPr lang="de-DE" sz="1600" dirty="0" err="1"/>
              <a:t>aliquet</a:t>
            </a:r>
            <a:r>
              <a:rPr lang="de-DE" sz="1600" dirty="0"/>
              <a:t> </a:t>
            </a:r>
            <a:r>
              <a:rPr lang="de-DE" sz="1600" dirty="0" err="1"/>
              <a:t>nec</a:t>
            </a:r>
            <a:r>
              <a:rPr lang="de-DE" sz="1600" dirty="0"/>
              <a:t>, </a:t>
            </a:r>
            <a:r>
              <a:rPr lang="de-DE" sz="1600" dirty="0" err="1"/>
              <a:t>vulputate</a:t>
            </a:r>
            <a:r>
              <a:rPr lang="de-DE" sz="1600" dirty="0"/>
              <a:t> </a:t>
            </a:r>
            <a:r>
              <a:rPr lang="de-DE" sz="1600" dirty="0" err="1"/>
              <a:t>eget</a:t>
            </a:r>
            <a:r>
              <a:rPr lang="de-DE" sz="1600" dirty="0"/>
              <a:t>, </a:t>
            </a:r>
            <a:r>
              <a:rPr lang="de-DE" sz="1600" dirty="0" err="1"/>
              <a:t>arcu</a:t>
            </a:r>
            <a:r>
              <a:rPr lang="de-DE" sz="1600" dirty="0"/>
              <a:t>. In </a:t>
            </a:r>
            <a:r>
              <a:rPr lang="de-DE" sz="1600" dirty="0" err="1"/>
              <a:t>enim</a:t>
            </a:r>
            <a:r>
              <a:rPr lang="de-DE" sz="1600" dirty="0"/>
              <a:t> </a:t>
            </a:r>
            <a:r>
              <a:rPr lang="de-DE" sz="1600" dirty="0" err="1"/>
              <a:t>justo</a:t>
            </a:r>
            <a:r>
              <a:rPr lang="de-DE" sz="1600" dirty="0"/>
              <a:t>, </a:t>
            </a:r>
            <a:r>
              <a:rPr lang="de-DE" sz="1600" dirty="0" err="1"/>
              <a:t>rhoncus</a:t>
            </a:r>
            <a:r>
              <a:rPr lang="de-DE" sz="1600" dirty="0"/>
              <a:t> </a:t>
            </a:r>
            <a:r>
              <a:rPr lang="de-DE" sz="1600" dirty="0" err="1"/>
              <a:t>ut</a:t>
            </a:r>
            <a:r>
              <a:rPr lang="de-DE" sz="1600" dirty="0"/>
              <a:t>, </a:t>
            </a:r>
            <a:r>
              <a:rPr lang="de-DE" sz="1600" dirty="0" err="1"/>
              <a:t>imperdiet</a:t>
            </a:r>
            <a:r>
              <a:rPr lang="de-DE" sz="1600" dirty="0"/>
              <a:t> a, </a:t>
            </a:r>
            <a:r>
              <a:rPr lang="de-DE" sz="1600" dirty="0" err="1"/>
              <a:t>venenatis</a:t>
            </a:r>
            <a:r>
              <a:rPr lang="de-DE" sz="1600" dirty="0"/>
              <a:t> </a:t>
            </a:r>
            <a:r>
              <a:rPr lang="de-DE" sz="1600" dirty="0" err="1"/>
              <a:t>vitae</a:t>
            </a:r>
            <a:r>
              <a:rPr lang="de-DE" sz="1600" dirty="0"/>
              <a:t>, </a:t>
            </a:r>
            <a:r>
              <a:rPr lang="de-DE" sz="1600" dirty="0" err="1"/>
              <a:t>justo</a:t>
            </a:r>
            <a:r>
              <a:rPr lang="de-DE" sz="1600" dirty="0"/>
              <a:t>. </a:t>
            </a:r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6C943282-8DE0-2F59-E6AA-2028D41FFF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3" name="Bildplatzhalter 52">
            <a:extLst>
              <a:ext uri="{FF2B5EF4-FFF2-40B4-BE49-F238E27FC236}">
                <a16:creationId xmlns:a16="http://schemas.microsoft.com/office/drawing/2014/main" id="{A03CEF9B-A359-8F65-6DDC-520865DEF23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3" name="Textplatzhalter 112">
            <a:extLst>
              <a:ext uri="{FF2B5EF4-FFF2-40B4-BE49-F238E27FC236}">
                <a16:creationId xmlns:a16="http://schemas.microsoft.com/office/drawing/2014/main" id="{46A1E2EE-7B4D-EE50-CD43-E0E7A32950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75517" y="40445230"/>
            <a:ext cx="17657944" cy="1421597"/>
          </a:xfrm>
        </p:spPr>
        <p:txBody>
          <a:bodyPr/>
          <a:lstStyle/>
          <a:p>
            <a:r>
              <a:rPr lang="de-DE" dirty="0"/>
              <a:t>Vorname Nachname, Vorname Nachname, Vorname Nachname</a:t>
            </a:r>
          </a:p>
          <a:p>
            <a:r>
              <a:rPr lang="de-DE" dirty="0"/>
              <a:t>Hochschule RheinMain  //  Studiengang Medieninformatik  //  5. Semester  //  Wintersemester 24/25</a:t>
            </a:r>
          </a:p>
        </p:txBody>
      </p:sp>
      <p:sp>
        <p:nvSpPr>
          <p:cNvPr id="114" name="Textplatzhalter 113">
            <a:extLst>
              <a:ext uri="{FF2B5EF4-FFF2-40B4-BE49-F238E27FC236}">
                <a16:creationId xmlns:a16="http://schemas.microsoft.com/office/drawing/2014/main" id="{BD14DF44-D911-07B4-3222-3068A8CE196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647059" y="34112825"/>
            <a:ext cx="6758386" cy="393863"/>
          </a:xfrm>
        </p:spPr>
        <p:txBody>
          <a:bodyPr/>
          <a:lstStyle/>
          <a:p>
            <a:r>
              <a:rPr lang="de-DE" dirty="0"/>
              <a:t>Projekt-Rahmen</a:t>
            </a:r>
          </a:p>
        </p:txBody>
      </p:sp>
      <p:sp>
        <p:nvSpPr>
          <p:cNvPr id="115" name="Textplatzhalter 114">
            <a:extLst>
              <a:ext uri="{FF2B5EF4-FFF2-40B4-BE49-F238E27FC236}">
                <a16:creationId xmlns:a16="http://schemas.microsoft.com/office/drawing/2014/main" id="{324253DF-2C40-B3D6-A832-B663C6274F8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647059" y="34506686"/>
            <a:ext cx="6758386" cy="2526513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</a:t>
            </a:r>
          </a:p>
          <a:p>
            <a:endParaRPr lang="de-DE" dirty="0"/>
          </a:p>
        </p:txBody>
      </p:sp>
      <p:sp>
        <p:nvSpPr>
          <p:cNvPr id="116" name="Textplatzhalter 115">
            <a:extLst>
              <a:ext uri="{FF2B5EF4-FFF2-40B4-BE49-F238E27FC236}">
                <a16:creationId xmlns:a16="http://schemas.microsoft.com/office/drawing/2014/main" id="{656F35CB-FF75-1167-A40B-C2CB130889F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647059" y="37411033"/>
            <a:ext cx="6758386" cy="393863"/>
          </a:xfrm>
        </p:spPr>
        <p:txBody>
          <a:bodyPr/>
          <a:lstStyle/>
          <a:p>
            <a:r>
              <a:rPr lang="de-DE" dirty="0"/>
              <a:t>Betreuung</a:t>
            </a:r>
          </a:p>
        </p:txBody>
      </p:sp>
      <p:sp>
        <p:nvSpPr>
          <p:cNvPr id="117" name="Textplatzhalter 116">
            <a:extLst>
              <a:ext uri="{FF2B5EF4-FFF2-40B4-BE49-F238E27FC236}">
                <a16:creationId xmlns:a16="http://schemas.microsoft.com/office/drawing/2014/main" id="{7098EB7F-3DB4-729A-0D6E-6AA3B247D3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647059" y="37804897"/>
            <a:ext cx="6758386" cy="573321"/>
          </a:xfrm>
        </p:spPr>
        <p:txBody>
          <a:bodyPr/>
          <a:lstStyle/>
          <a:p>
            <a:r>
              <a:rPr lang="de-DE" dirty="0"/>
              <a:t>Prof. Dr. Vorname Nachname / HSRM Name Studiengang</a:t>
            </a:r>
          </a:p>
          <a:p>
            <a:endParaRPr lang="de-DE" dirty="0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95707AF2-5435-9427-603B-FB13476C6A3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75518" y="24510012"/>
            <a:ext cx="9131932" cy="1266355"/>
          </a:xfrm>
        </p:spPr>
        <p:txBody>
          <a:bodyPr/>
          <a:lstStyle/>
          <a:p>
            <a:r>
              <a:rPr lang="de-DE" dirty="0"/>
              <a:t>Name Lehrveranstaltung</a:t>
            </a:r>
          </a:p>
        </p:txBody>
      </p:sp>
      <p:sp>
        <p:nvSpPr>
          <p:cNvPr id="54" name="Inhaltsplatzhalter 53">
            <a:extLst>
              <a:ext uri="{FF2B5EF4-FFF2-40B4-BE49-F238E27FC236}">
                <a16:creationId xmlns:a16="http://schemas.microsoft.com/office/drawing/2014/main" id="{8541FADB-26E3-B930-5AA2-4D00A47A801E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5" name="Inhaltsplatzhalter 54">
            <a:extLst>
              <a:ext uri="{FF2B5EF4-FFF2-40B4-BE49-F238E27FC236}">
                <a16:creationId xmlns:a16="http://schemas.microsoft.com/office/drawing/2014/main" id="{D7BB3D59-307F-3B5A-5546-3CA200D4EF6A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5278B8DE-97B8-F145-9D51-AC2C6DA6337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793587" y="26179871"/>
            <a:ext cx="24587522" cy="5895707"/>
          </a:xfrm>
        </p:spPr>
        <p:txBody>
          <a:bodyPr/>
          <a:lstStyle/>
          <a:p>
            <a:r>
              <a:rPr lang="de-DE" dirty="0"/>
              <a:t>Anordnung </a:t>
            </a:r>
            <a:r>
              <a:rPr lang="de-DE" dirty="0" err="1"/>
              <a:t>Bsp</a:t>
            </a:r>
            <a:endParaRPr lang="de-DE" dirty="0"/>
          </a:p>
          <a:p>
            <a:pPr lvl="0"/>
            <a:r>
              <a:rPr lang="de-DE" dirty="0"/>
              <a:t>Mit 16:9 Format Bildern</a:t>
            </a:r>
          </a:p>
        </p:txBody>
      </p:sp>
      <p:sp>
        <p:nvSpPr>
          <p:cNvPr id="56" name="Bildplatzhalter 55">
            <a:extLst>
              <a:ext uri="{FF2B5EF4-FFF2-40B4-BE49-F238E27FC236}">
                <a16:creationId xmlns:a16="http://schemas.microsoft.com/office/drawing/2014/main" id="{DC6B84D7-1116-F01E-9254-109CD3CE1E0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7" name="Bildplatzhalter 56">
            <a:extLst>
              <a:ext uri="{FF2B5EF4-FFF2-40B4-BE49-F238E27FC236}">
                <a16:creationId xmlns:a16="http://schemas.microsoft.com/office/drawing/2014/main" id="{95F64E3E-5236-3699-1923-22CA7BD4015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83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Untertitel 106">
            <a:extLst>
              <a:ext uri="{FF2B5EF4-FFF2-40B4-BE49-F238E27FC236}">
                <a16:creationId xmlns:a16="http://schemas.microsoft.com/office/drawing/2014/main" id="{8500ACA9-F813-76AD-9D34-4AD4276A6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518" y="34191597"/>
            <a:ext cx="17657944" cy="5225755"/>
          </a:xfrm>
        </p:spPr>
        <p:txBody>
          <a:bodyPr/>
          <a:lstStyle/>
          <a:p>
            <a:r>
              <a:rPr lang="de-DE" dirty="0"/>
              <a:t>Ca. 500 Zeichen Kurzbeschreibung Ihres Projekts.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</a:t>
            </a:r>
            <a:r>
              <a:rPr lang="de-DE" dirty="0"/>
              <a:t> </a:t>
            </a:r>
            <a:r>
              <a:rPr lang="de-DE" dirty="0" err="1"/>
              <a:t>Etiam</a:t>
            </a:r>
            <a:r>
              <a:rPr lang="de-DE" dirty="0"/>
              <a:t> </a:t>
            </a:r>
            <a:r>
              <a:rPr lang="de-DE" dirty="0" err="1"/>
              <a:t>ultricies</a:t>
            </a:r>
            <a:r>
              <a:rPr lang="de-DE" dirty="0"/>
              <a:t> nisi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augue</a:t>
            </a:r>
            <a:r>
              <a:rPr lang="de-DE" dirty="0"/>
              <a:t>. </a:t>
            </a:r>
            <a:r>
              <a:rPr lang="de-DE" dirty="0" err="1"/>
              <a:t>Curabitur</a:t>
            </a:r>
            <a:r>
              <a:rPr lang="de-DE" dirty="0"/>
              <a:t> </a:t>
            </a:r>
            <a:r>
              <a:rPr lang="de-DE" dirty="0" err="1"/>
              <a:t>ullamcorper</a:t>
            </a:r>
            <a:r>
              <a:rPr lang="de-DE" dirty="0"/>
              <a:t> </a:t>
            </a:r>
            <a:r>
              <a:rPr lang="de-DE" dirty="0" err="1"/>
              <a:t>ultricies</a:t>
            </a:r>
            <a:r>
              <a:rPr lang="de-DE" dirty="0"/>
              <a:t> nisi.</a:t>
            </a:r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6C943282-8DE0-2F59-E6AA-2028D41FFF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17579390"/>
            <a:ext cx="9173429" cy="1577700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3" name="Bildplatzhalter 52">
            <a:extLst>
              <a:ext uri="{FF2B5EF4-FFF2-40B4-BE49-F238E27FC236}">
                <a16:creationId xmlns:a16="http://schemas.microsoft.com/office/drawing/2014/main" id="{A03CEF9B-A359-8F65-6DDC-520865DEF23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3" name="Textplatzhalter 112">
            <a:extLst>
              <a:ext uri="{FF2B5EF4-FFF2-40B4-BE49-F238E27FC236}">
                <a16:creationId xmlns:a16="http://schemas.microsoft.com/office/drawing/2014/main" id="{46A1E2EE-7B4D-EE50-CD43-E0E7A32950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75517" y="40445230"/>
            <a:ext cx="17657944" cy="1421597"/>
          </a:xfrm>
        </p:spPr>
        <p:txBody>
          <a:bodyPr/>
          <a:lstStyle/>
          <a:p>
            <a:r>
              <a:rPr lang="de-DE" dirty="0"/>
              <a:t>Vorname Nachname, Vorname Nachname, Vorname Nachname</a:t>
            </a:r>
          </a:p>
          <a:p>
            <a:r>
              <a:rPr lang="de-DE" dirty="0"/>
              <a:t>Hochschule RheinMain  //  Studiengang Medieninformatik  //  5. Semester  //  Wintersemester 24/25</a:t>
            </a:r>
          </a:p>
        </p:txBody>
      </p:sp>
      <p:sp>
        <p:nvSpPr>
          <p:cNvPr id="114" name="Textplatzhalter 113">
            <a:extLst>
              <a:ext uri="{FF2B5EF4-FFF2-40B4-BE49-F238E27FC236}">
                <a16:creationId xmlns:a16="http://schemas.microsoft.com/office/drawing/2014/main" id="{BD14DF44-D911-07B4-3222-3068A8CE196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647059" y="34112825"/>
            <a:ext cx="6758386" cy="393863"/>
          </a:xfrm>
        </p:spPr>
        <p:txBody>
          <a:bodyPr/>
          <a:lstStyle/>
          <a:p>
            <a:r>
              <a:rPr lang="de-DE" dirty="0"/>
              <a:t>Projekt-Rahmen</a:t>
            </a:r>
          </a:p>
        </p:txBody>
      </p:sp>
      <p:sp>
        <p:nvSpPr>
          <p:cNvPr id="115" name="Textplatzhalter 114">
            <a:extLst>
              <a:ext uri="{FF2B5EF4-FFF2-40B4-BE49-F238E27FC236}">
                <a16:creationId xmlns:a16="http://schemas.microsoft.com/office/drawing/2014/main" id="{324253DF-2C40-B3D6-A832-B663C6274F8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647059" y="34506686"/>
            <a:ext cx="6758386" cy="2526513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</a:t>
            </a:r>
          </a:p>
          <a:p>
            <a:endParaRPr lang="de-DE" dirty="0"/>
          </a:p>
        </p:txBody>
      </p:sp>
      <p:sp>
        <p:nvSpPr>
          <p:cNvPr id="116" name="Textplatzhalter 115">
            <a:extLst>
              <a:ext uri="{FF2B5EF4-FFF2-40B4-BE49-F238E27FC236}">
                <a16:creationId xmlns:a16="http://schemas.microsoft.com/office/drawing/2014/main" id="{656F35CB-FF75-1167-A40B-C2CB130889F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647059" y="37411033"/>
            <a:ext cx="6758386" cy="393863"/>
          </a:xfrm>
        </p:spPr>
        <p:txBody>
          <a:bodyPr/>
          <a:lstStyle/>
          <a:p>
            <a:r>
              <a:rPr lang="de-DE" dirty="0"/>
              <a:t>Betreuung</a:t>
            </a:r>
          </a:p>
        </p:txBody>
      </p:sp>
      <p:sp>
        <p:nvSpPr>
          <p:cNvPr id="117" name="Textplatzhalter 116">
            <a:extLst>
              <a:ext uri="{FF2B5EF4-FFF2-40B4-BE49-F238E27FC236}">
                <a16:creationId xmlns:a16="http://schemas.microsoft.com/office/drawing/2014/main" id="{7098EB7F-3DB4-729A-0D6E-6AA3B247D3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647059" y="37804897"/>
            <a:ext cx="6758386" cy="573321"/>
          </a:xfrm>
        </p:spPr>
        <p:txBody>
          <a:bodyPr/>
          <a:lstStyle/>
          <a:p>
            <a:r>
              <a:rPr lang="de-DE" dirty="0"/>
              <a:t>Prof. Dr. Vorname Nachname / HSRM Name Studiengang</a:t>
            </a:r>
          </a:p>
          <a:p>
            <a:endParaRPr lang="de-DE" dirty="0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95707AF2-5435-9427-603B-FB13476C6A3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75518" y="24510012"/>
            <a:ext cx="9131932" cy="1266355"/>
          </a:xfrm>
        </p:spPr>
        <p:txBody>
          <a:bodyPr/>
          <a:lstStyle/>
          <a:p>
            <a:r>
              <a:rPr lang="de-DE" dirty="0"/>
              <a:t>Name Lehrveranstaltung</a:t>
            </a:r>
          </a:p>
        </p:txBody>
      </p:sp>
      <p:sp>
        <p:nvSpPr>
          <p:cNvPr id="54" name="Inhaltsplatzhalter 53">
            <a:extLst>
              <a:ext uri="{FF2B5EF4-FFF2-40B4-BE49-F238E27FC236}">
                <a16:creationId xmlns:a16="http://schemas.microsoft.com/office/drawing/2014/main" id="{8541FADB-26E3-B930-5AA2-4D00A47A801E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5" name="Inhaltsplatzhalter 54">
            <a:extLst>
              <a:ext uri="{FF2B5EF4-FFF2-40B4-BE49-F238E27FC236}">
                <a16:creationId xmlns:a16="http://schemas.microsoft.com/office/drawing/2014/main" id="{D7BB3D59-307F-3B5A-5546-3CA200D4EF6A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5278B8DE-97B8-F145-9D51-AC2C6DA6337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793587" y="26179871"/>
            <a:ext cx="24587522" cy="5895707"/>
          </a:xfrm>
        </p:spPr>
        <p:txBody>
          <a:bodyPr/>
          <a:lstStyle/>
          <a:p>
            <a:r>
              <a:rPr lang="de-DE" dirty="0"/>
              <a:t>Anordnung </a:t>
            </a:r>
            <a:r>
              <a:rPr lang="de-DE" dirty="0" err="1"/>
              <a:t>Bsp</a:t>
            </a:r>
            <a:endParaRPr lang="de-DE" dirty="0"/>
          </a:p>
          <a:p>
            <a:pPr lvl="0"/>
            <a:r>
              <a:rPr lang="de-DE" dirty="0"/>
              <a:t>Mit 16:9 Format Bildern</a:t>
            </a:r>
          </a:p>
        </p:txBody>
      </p:sp>
      <p:sp>
        <p:nvSpPr>
          <p:cNvPr id="56" name="Bildplatzhalter 55">
            <a:extLst>
              <a:ext uri="{FF2B5EF4-FFF2-40B4-BE49-F238E27FC236}">
                <a16:creationId xmlns:a16="http://schemas.microsoft.com/office/drawing/2014/main" id="{DC6B84D7-1116-F01E-9254-109CD3CE1E0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7" name="Bildplatzhalter 56">
            <a:extLst>
              <a:ext uri="{FF2B5EF4-FFF2-40B4-BE49-F238E27FC236}">
                <a16:creationId xmlns:a16="http://schemas.microsoft.com/office/drawing/2014/main" id="{95F64E3E-5236-3699-1923-22CA7BD4015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87759" y="1085448"/>
            <a:ext cx="18745702" cy="10722969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Bildplatzhalter 51">
            <a:extLst>
              <a:ext uri="{FF2B5EF4-FFF2-40B4-BE49-F238E27FC236}">
                <a16:creationId xmlns:a16="http://schemas.microsoft.com/office/drawing/2014/main" id="{3D6CEC11-EE99-B76C-E801-5269F4AE56E7}"/>
              </a:ext>
            </a:extLst>
          </p:cNvPr>
          <p:cNvSpPr txBox="1">
            <a:spLocks/>
          </p:cNvSpPr>
          <p:nvPr/>
        </p:nvSpPr>
        <p:spPr>
          <a:xfrm>
            <a:off x="20232305" y="1063626"/>
            <a:ext cx="9173429" cy="1612206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 algn="l" defTabSz="304925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1pPr>
            <a:lvl2pPr marL="1524625" indent="0" algn="l" defTabSz="3049250" rtl="0" eaLnBrk="1" latinLnBrk="0" hangingPunct="1">
              <a:lnSpc>
                <a:spcPct val="120000"/>
              </a:lnSpc>
              <a:spcBef>
                <a:spcPts val="1667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2pPr>
            <a:lvl3pPr marL="3049250" indent="0" algn="l" defTabSz="3049250" rtl="0" eaLnBrk="1" latinLnBrk="0" hangingPunct="1">
              <a:lnSpc>
                <a:spcPct val="120000"/>
              </a:lnSpc>
              <a:spcBef>
                <a:spcPts val="1667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3pPr>
            <a:lvl4pPr marL="4573875" indent="0" algn="l" defTabSz="3049250" rtl="0" eaLnBrk="1" latinLnBrk="0" hangingPunct="1">
              <a:lnSpc>
                <a:spcPct val="120000"/>
              </a:lnSpc>
              <a:spcBef>
                <a:spcPts val="1667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4pPr>
            <a:lvl5pPr marL="6098500" indent="0" algn="l" defTabSz="3049250" rtl="0" eaLnBrk="1" latinLnBrk="0" hangingPunct="1">
              <a:lnSpc>
                <a:spcPct val="120000"/>
              </a:lnSpc>
              <a:spcBef>
                <a:spcPts val="1667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5pPr>
            <a:lvl6pPr marL="8385437" indent="-762312" algn="l" defTabSz="3049250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Char char="•"/>
              <a:defRPr sz="6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910061" indent="-762312" algn="l" defTabSz="3049250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Char char="•"/>
              <a:defRPr sz="6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434686" indent="-762312" algn="l" defTabSz="3049250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Char char="•"/>
              <a:defRPr sz="6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59311" indent="-762312" algn="l" defTabSz="3049250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Char char="•"/>
              <a:defRPr sz="6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0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ildplatzhalter 52">
            <a:extLst>
              <a:ext uri="{FF2B5EF4-FFF2-40B4-BE49-F238E27FC236}">
                <a16:creationId xmlns:a16="http://schemas.microsoft.com/office/drawing/2014/main" id="{956F7413-E8E6-4733-E236-847BA12D021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8" y="14037108"/>
            <a:ext cx="28317183" cy="19066348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" name="Untertitel 18">
            <a:extLst>
              <a:ext uri="{FF2B5EF4-FFF2-40B4-BE49-F238E27FC236}">
                <a16:creationId xmlns:a16="http://schemas.microsoft.com/office/drawing/2014/main" id="{FFB439B4-8646-C478-C976-CBE3CD7E7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Ca. 500 Zeichen Kurzbeschreibung Ihres Projekts.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</a:t>
            </a:r>
            <a:endParaRPr lang="de-DE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1302DB4C-808A-A06D-B2A6-E78DDFBA4A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68D8D992-5202-A99F-B2EE-38E11F62C6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8CB7194A-662C-7FBB-C720-064D85E59E7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de-DE" dirty="0"/>
              <a:t>Vorname Nachname, Vorname Nachname, Vorname Nachname</a:t>
            </a:r>
          </a:p>
          <a:p>
            <a:pPr>
              <a:lnSpc>
                <a:spcPct val="120000"/>
              </a:lnSpc>
            </a:pPr>
            <a:r>
              <a:rPr lang="de-DE" dirty="0"/>
              <a:t>Hochschule RheinMain  //  Studiengang Medieninformatik  //  5. Semester  //  Wintersemester 24/25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73605C75-0F10-F80E-29B5-F7DCF266D0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977F0AA3-48DF-22CD-DFC7-6965C374F2C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F0160F4B-2328-7AB1-D652-F4772B457E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F1BA13AA-1B92-1356-3A40-3C7B71D56D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E7520816-FE56-ABC6-58B7-FD135976471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75518" y="24241077"/>
            <a:ext cx="9963473" cy="1266355"/>
          </a:xfrm>
        </p:spPr>
        <p:txBody>
          <a:bodyPr/>
          <a:lstStyle/>
          <a:p>
            <a:r>
              <a:rPr lang="de-DE" dirty="0"/>
              <a:t>Modultitel oder Projekttyp</a:t>
            </a:r>
          </a:p>
        </p:txBody>
      </p:sp>
      <p:sp>
        <p:nvSpPr>
          <p:cNvPr id="38" name="Inhaltsplatzhalter 37">
            <a:extLst>
              <a:ext uri="{FF2B5EF4-FFF2-40B4-BE49-F238E27FC236}">
                <a16:creationId xmlns:a16="http://schemas.microsoft.com/office/drawing/2014/main" id="{A7427295-5F80-8ADB-4357-1F26736B71A0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9" name="Inhaltsplatzhalter 38">
            <a:extLst>
              <a:ext uri="{FF2B5EF4-FFF2-40B4-BE49-F238E27FC236}">
                <a16:creationId xmlns:a16="http://schemas.microsoft.com/office/drawing/2014/main" id="{C783FC12-5C38-F5DE-30C6-5C88249D91A7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25E60431-FFD3-B3FC-3E74-5B35868936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lvl="0"/>
            <a:r>
              <a:rPr lang="de-DE" dirty="0"/>
              <a:t>Projekt-Headline</a:t>
            </a:r>
          </a:p>
          <a:p>
            <a:pPr lvl="0"/>
            <a:r>
              <a:rPr lang="de-DE" dirty="0"/>
              <a:t>mit zwei Zeilen Text</a:t>
            </a:r>
          </a:p>
        </p:txBody>
      </p:sp>
      <p:sp>
        <p:nvSpPr>
          <p:cNvPr id="54" name="Bildplatzhalter 190">
            <a:extLst>
              <a:ext uri="{FF2B5EF4-FFF2-40B4-BE49-F238E27FC236}">
                <a16:creationId xmlns:a16="http://schemas.microsoft.com/office/drawing/2014/main" id="{775DC7CD-1B76-69B1-B812-D3B4D2B616F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232305" y="1085449"/>
            <a:ext cx="9173429" cy="12502508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5" name="Bildplatzhalter 189">
            <a:extLst>
              <a:ext uri="{FF2B5EF4-FFF2-40B4-BE49-F238E27FC236}">
                <a16:creationId xmlns:a16="http://schemas.microsoft.com/office/drawing/2014/main" id="{FE6B7399-B50A-B256-8DE2-648BC97F585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7200"/>
            <a:ext cx="9173429" cy="12502508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46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Untertitel 15">
            <a:extLst>
              <a:ext uri="{FF2B5EF4-FFF2-40B4-BE49-F238E27FC236}">
                <a16:creationId xmlns:a16="http://schemas.microsoft.com/office/drawing/2014/main" id="{10AF8D49-1819-3F89-A6F9-72ADE2427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518" y="34191597"/>
            <a:ext cx="17657944" cy="5225755"/>
          </a:xfrm>
        </p:spPr>
        <p:txBody>
          <a:bodyPr/>
          <a:lstStyle/>
          <a:p>
            <a:r>
              <a:rPr lang="de-DE" dirty="0"/>
              <a:t>Ca. 500 Zeichen Kurzbeschreibung Ihres Projekts.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</a:t>
            </a:r>
            <a:endParaRPr lang="de-DE" dirty="0"/>
          </a:p>
        </p:txBody>
      </p:sp>
      <p:sp>
        <p:nvSpPr>
          <p:cNvPr id="189" name="Bildplatzhalter 188">
            <a:extLst>
              <a:ext uri="{FF2B5EF4-FFF2-40B4-BE49-F238E27FC236}">
                <a16:creationId xmlns:a16="http://schemas.microsoft.com/office/drawing/2014/main" id="{1610561B-E685-7275-7D67-4FFB6E2DE58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7199"/>
            <a:ext cx="28317184" cy="12516401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5" name="Bildplatzhalter 194">
            <a:extLst>
              <a:ext uri="{FF2B5EF4-FFF2-40B4-BE49-F238E27FC236}">
                <a16:creationId xmlns:a16="http://schemas.microsoft.com/office/drawing/2014/main" id="{3448F8FA-1BA3-7A3D-C048-574E75D173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6" name="Bildplatzhalter 195">
            <a:extLst>
              <a:ext uri="{FF2B5EF4-FFF2-40B4-BE49-F238E27FC236}">
                <a16:creationId xmlns:a16="http://schemas.microsoft.com/office/drawing/2014/main" id="{2B120D6B-80E6-0A2E-ADF9-B6B1ADEB021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97" name="Bildplatzhalter 196">
            <a:extLst>
              <a:ext uri="{FF2B5EF4-FFF2-40B4-BE49-F238E27FC236}">
                <a16:creationId xmlns:a16="http://schemas.microsoft.com/office/drawing/2014/main" id="{0147EB29-307A-F25F-658F-1CD6D7FDF51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00" name="Bildplatzhalter 199">
            <a:extLst>
              <a:ext uri="{FF2B5EF4-FFF2-40B4-BE49-F238E27FC236}">
                <a16:creationId xmlns:a16="http://schemas.microsoft.com/office/drawing/2014/main" id="{83C8B4D4-0F8C-5F21-D081-7B918724176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0512939"/>
            <a:ext cx="28317686" cy="12518154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71457492-06FE-C3CE-42B3-DD527F1231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75517" y="40445230"/>
            <a:ext cx="17657944" cy="142159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de-DE" dirty="0"/>
              <a:t>Vorname Nachname, Vorname Nachname, Vorname Nachname</a:t>
            </a:r>
          </a:p>
          <a:p>
            <a:pPr>
              <a:lnSpc>
                <a:spcPct val="120000"/>
              </a:lnSpc>
            </a:pPr>
            <a:r>
              <a:rPr lang="de-DE" dirty="0"/>
              <a:t>Hochschule RheinMain  //  Studiengang Medieninformatik  //  5. Semester  //  Wintersemester 24/25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F0EDE3C3-2096-6265-5FA6-BE45C7D500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647059" y="34112825"/>
            <a:ext cx="6758386" cy="393863"/>
          </a:xfrm>
        </p:spPr>
        <p:txBody>
          <a:bodyPr/>
          <a:lstStyle/>
          <a:p>
            <a:r>
              <a:rPr lang="de-DE" dirty="0"/>
              <a:t>Projekt-Rahmen (optional)</a:t>
            </a:r>
          </a:p>
        </p:txBody>
      </p:sp>
      <p:sp>
        <p:nvSpPr>
          <p:cNvPr id="60" name="Textplatzhalter 59">
            <a:extLst>
              <a:ext uri="{FF2B5EF4-FFF2-40B4-BE49-F238E27FC236}">
                <a16:creationId xmlns:a16="http://schemas.microsoft.com/office/drawing/2014/main" id="{EE681113-94C6-A232-4486-9D67926801D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647059" y="34506687"/>
            <a:ext cx="6758386" cy="2245048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9FA866B-F9BF-FBE4-82A1-DE7AB7EEFE4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647059" y="37062417"/>
            <a:ext cx="6758386" cy="393863"/>
          </a:xfrm>
        </p:spPr>
        <p:txBody>
          <a:bodyPr/>
          <a:lstStyle/>
          <a:p>
            <a:r>
              <a:rPr lang="de-DE" dirty="0"/>
              <a:t>Betreuung (optional)</a:t>
            </a:r>
          </a:p>
        </p:txBody>
      </p:sp>
      <p:sp>
        <p:nvSpPr>
          <p:cNvPr id="62" name="Textplatzhalter 61">
            <a:extLst>
              <a:ext uri="{FF2B5EF4-FFF2-40B4-BE49-F238E27FC236}">
                <a16:creationId xmlns:a16="http://schemas.microsoft.com/office/drawing/2014/main" id="{424BF29D-A7B6-DB1F-D96D-B2CEF10E204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647059" y="37456281"/>
            <a:ext cx="6758386" cy="573321"/>
          </a:xfrm>
        </p:spPr>
        <p:txBody>
          <a:bodyPr/>
          <a:lstStyle/>
          <a:p>
            <a:r>
              <a:rPr lang="de-DE" dirty="0"/>
              <a:t>Prof. Dr. Vorname Nachname / HSRM Name Studiengang</a:t>
            </a:r>
          </a:p>
        </p:txBody>
      </p:sp>
      <p:sp>
        <p:nvSpPr>
          <p:cNvPr id="81" name="Textplatzhalter 80">
            <a:extLst>
              <a:ext uri="{FF2B5EF4-FFF2-40B4-BE49-F238E27FC236}">
                <a16:creationId xmlns:a16="http://schemas.microsoft.com/office/drawing/2014/main" id="{C71C0079-C8FC-D859-FEC4-2CB115A3593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175519" y="27988503"/>
            <a:ext cx="16188141" cy="3799066"/>
          </a:xfrm>
        </p:spPr>
        <p:txBody>
          <a:bodyPr/>
          <a:lstStyle/>
          <a:p>
            <a:r>
              <a:rPr lang="de-DE" dirty="0"/>
              <a:t>Ihr Projekt</a:t>
            </a:r>
          </a:p>
        </p:txBody>
      </p:sp>
      <p:sp>
        <p:nvSpPr>
          <p:cNvPr id="201" name="Textplatzhalter 200">
            <a:extLst>
              <a:ext uri="{FF2B5EF4-FFF2-40B4-BE49-F238E27FC236}">
                <a16:creationId xmlns:a16="http://schemas.microsoft.com/office/drawing/2014/main" id="{85CA93FD-46C2-4999-5DEA-0B7FEC2EA74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/>
              <a:t>Name Lehrveranstaltung</a:t>
            </a:r>
          </a:p>
        </p:txBody>
      </p:sp>
    </p:spTree>
    <p:extLst>
      <p:ext uri="{BB962C8B-B14F-4D97-AF65-F5344CB8AC3E}">
        <p14:creationId xmlns:p14="http://schemas.microsoft.com/office/powerpoint/2010/main" val="1317133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1584</Words>
  <Application>Microsoft Macintosh PowerPoint</Application>
  <PresentationFormat>Benutzerdefiniert</PresentationFormat>
  <Paragraphs>54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Barlow</vt:lpstr>
      <vt:lpstr>Barlow ExtraBold</vt:lpstr>
      <vt:lpstr>Barlow Medium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Pedersen</dc:creator>
  <cp:lastModifiedBy>Sebastian Pedersen</cp:lastModifiedBy>
  <cp:revision>23</cp:revision>
  <cp:lastPrinted>2025-01-26T21:51:04Z</cp:lastPrinted>
  <dcterms:created xsi:type="dcterms:W3CDTF">2025-01-25T18:47:30Z</dcterms:created>
  <dcterms:modified xsi:type="dcterms:W3CDTF">2025-12-04T17:38:25Z</dcterms:modified>
</cp:coreProperties>
</file>